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59" r:id="rId11"/>
    <p:sldId id="261" r:id="rId12"/>
    <p:sldId id="269" r:id="rId13"/>
    <p:sldId id="270" r:id="rId14"/>
    <p:sldId id="26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97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A897E-45B6-468E-8EBA-3AA2FE4072E1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C2D69-6580-4D4F-9D83-D6E8CEBA60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218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C2D69-6580-4D4F-9D83-D6E8CEBA605A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3244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44465-F3CD-4DAF-95D9-2B1C7CAB5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CC6590-ADBD-4C38-A7A0-AC7FC54C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594281-4BAF-43A6-A032-B3E56265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A16A0E-0201-48DF-A924-5DC46544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D72D49-616D-4687-B477-DEE3B81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20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928B9-CBC6-46C0-9CB0-911F99F4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955742-2173-4AB6-A70B-87DBF55C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F97772-F77C-4215-98AB-CEC72C4D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A3A3B5-6B48-4FB3-BF13-69300A9A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A961A7-1CB0-4DB5-9E5F-5BE45304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52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04D74-2D79-4D9B-A714-F94B74310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1FB172-A0A9-41D0-BA7C-6EE8CA478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DA5188-EA8B-4EF3-AE66-C1347CD5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F2CCA-1C07-43D7-BE77-2368F6FB4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D568DD-2191-48B3-B9AB-22435C4F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66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54AE5-89FC-437E-BCC1-198D8BE7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7087C0-93A0-45E7-8607-A852810F2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B22A44-3E7E-44CF-8A3D-F22B4F743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67C017-3DD5-44F1-993B-E8D7872D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0BCD40-1D73-48F5-A08C-B64D5A2F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E25397-461D-4229-8909-A93FF675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14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EDACD-F3F3-4ABA-AE57-2FB5F3CB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9195CB-9044-4DC4-808E-21592F5F6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5F029A-0B18-47E1-B8DF-63C0AC301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548527A-E32B-4DA4-8BDE-4C7EF3EA3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8D265-9947-4ACA-B975-13E3540DC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133A0B-4417-430E-9BD7-4327256F5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0770A0F-6B44-4553-A202-2E4B2E72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240947-F301-43BF-9A0C-F747344FA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26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AD7DC-14E9-4E16-9874-F8D21997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E21CAE-007D-4806-8C29-16CAAB9BA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C1AE21-2C92-4598-ABC8-95164E8D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C59FF6-477D-4497-9861-24684F4D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5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FE4988-04E2-40A9-8218-A0866E41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DC530C-5E7E-4EB7-9BBF-4EB91BC4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309E1-7C52-4DAA-98DD-C991AC17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6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39342-A1E8-4A46-9B10-FF492F7D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CE405-5D14-45CF-884A-FF681E7A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96E446-2758-43DD-A005-15FF6717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43E608-DDFF-48EA-BBD4-FE2EE5BE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99ED7-E8F1-45D9-BBED-F0D41BC7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7355F-5FB2-46EE-A5B1-85174CDA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89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6898D-D18A-47EC-AD09-7AA0E45D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378BF4-238C-4354-9ACE-4CF38F0E2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D9C53E-5972-4B38-87BA-EAD94048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64A0B2-83C6-4E22-A719-72280AD7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EE7E4B-31D8-492C-87B3-F4D7BFE3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125993-4BA4-4BDC-9546-A59A6DBA4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96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ADE83-029F-436C-90E9-51C22499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584D48-26AF-4188-9F55-02E0FAD35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2675C-FDD2-4BB6-B88C-2830789E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5C779-4E68-4E22-8C88-95343B92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55D0D-C753-473A-A89B-185B68BE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7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CA87A8-7D87-4A00-A970-40AB1DEEE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874A62-5DFA-4933-9060-1E1F6AC41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7A5D8A-2339-4E26-9BFD-D9032A63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F565E-AE2E-4D25-B640-CE8A6A297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87B484-AC08-4416-AC9A-92132094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64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FBCB25-062E-4958-A22D-69C7D4BD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ABB2FE-0915-4549-B149-4288F7C9A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D015E0-444A-489B-82EE-B86A59BF6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06AE5-EFAE-43B9-B170-74A9DE5A7466}" type="datetimeFigureOut">
              <a:rPr lang="pt-BR" smtClean="0"/>
              <a:t>16/10/2025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4A015-B504-4997-A583-E5A5895BE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30ECA7-2AFB-448F-A701-F1DDA17D2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E354-A61F-4CC4-8E97-4B8F08FF56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9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9DA13-EA2A-4AB6-AD6C-255C236A9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5388"/>
            <a:ext cx="9063318" cy="1830575"/>
          </a:xfrm>
        </p:spPr>
        <p:txBody>
          <a:bodyPr>
            <a:normAutofit/>
          </a:bodyPr>
          <a:lstStyle/>
          <a:p>
            <a:r>
              <a:rPr lang="pt-BR" sz="4000" b="1" dirty="0"/>
              <a:t>Banco de dados: Retrospectiva </a:t>
            </a:r>
            <a:r>
              <a:rPr lang="pt-BR" sz="4000" b="1" dirty="0" err="1"/>
              <a:t>Spotify</a:t>
            </a:r>
            <a:endParaRPr lang="pt-BR" sz="40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ADB3A9-D8C8-4273-8875-6E79FA672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73713"/>
          </a:xfrm>
        </p:spPr>
        <p:txBody>
          <a:bodyPr>
            <a:normAutofit/>
          </a:bodyPr>
          <a:lstStyle/>
          <a:p>
            <a:r>
              <a:rPr lang="pt-BR" sz="2000" dirty="0" err="1"/>
              <a:t>Emylly</a:t>
            </a:r>
            <a:r>
              <a:rPr lang="pt-BR" sz="2000" dirty="0"/>
              <a:t> </a:t>
            </a:r>
            <a:r>
              <a:rPr lang="pt-BR" sz="2000" dirty="0" err="1"/>
              <a:t>Grazyely</a:t>
            </a:r>
            <a:r>
              <a:rPr lang="pt-BR" sz="2000" dirty="0"/>
              <a:t> Cardoso Santos</a:t>
            </a:r>
          </a:p>
          <a:p>
            <a:r>
              <a:rPr lang="pt-BR" sz="2000" dirty="0"/>
              <a:t>Lara Silva César</a:t>
            </a:r>
          </a:p>
          <a:p>
            <a:r>
              <a:rPr lang="pt-BR" sz="2000" dirty="0"/>
              <a:t>Maria Eduarda Camargo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0B69C4-96B9-448C-A0C8-6EB8B62A1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55" y="56213"/>
            <a:ext cx="332468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2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6388"/>
            <a:ext cx="10515600" cy="1325563"/>
          </a:xfrm>
        </p:spPr>
        <p:txBody>
          <a:bodyPr/>
          <a:lstStyle/>
          <a:p>
            <a:r>
              <a:rPr lang="pt-BR" b="1" dirty="0"/>
              <a:t>OBJETIVOS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381"/>
            <a:ext cx="10515600" cy="4351338"/>
          </a:xfrm>
        </p:spPr>
        <p:txBody>
          <a:bodyPr/>
          <a:lstStyle/>
          <a:p>
            <a:r>
              <a:rPr lang="pt-BR" dirty="0"/>
              <a:t>O objetivo deste projeto de banco de dados inspirado na retrospectiva do  Spotify é apresentar ao usuário um resumo personalizado de todas as suas atividades realizadas na plataforma. Aplicando conceitos de modelagem, armazenamento e consulta de dados para simular como uma plataforma de streaming organiza e analisa informações para gerar resultados personalizados.</a:t>
            </a:r>
          </a:p>
        </p:txBody>
      </p:sp>
    </p:spTree>
    <p:extLst>
      <p:ext uri="{BB962C8B-B14F-4D97-AF65-F5344CB8AC3E}">
        <p14:creationId xmlns:p14="http://schemas.microsoft.com/office/powerpoint/2010/main" val="17513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03F3AD0-BD75-34CF-CBB2-31D58663C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20" y="3682904"/>
            <a:ext cx="3262498" cy="11302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67E9A5-EA0D-BF74-58C7-0E18C3DC8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20" y="4989013"/>
            <a:ext cx="3923352" cy="107606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B0B87F0-8C69-DA0C-135B-58A6114E0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23" y="2779616"/>
            <a:ext cx="3508682" cy="145949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B581D1F-1498-0311-C0E9-81AFBF921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419" y="4693280"/>
            <a:ext cx="3216777" cy="110499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01894E9-D9E2-5114-BF95-481A2312D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10" y="2861419"/>
            <a:ext cx="3508682" cy="1135162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35684B8F-6F6F-E454-21EE-208951B04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2950" y="4692204"/>
            <a:ext cx="3639050" cy="1669682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F5C61C2-B3F5-3517-C40A-A18C5894A1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220" y="2861419"/>
            <a:ext cx="2715004" cy="485843"/>
          </a:xfrm>
          <a:prstGeom prst="rect">
            <a:avLst/>
          </a:prstGeom>
        </p:spPr>
      </p:pic>
      <p:sp>
        <p:nvSpPr>
          <p:cNvPr id="25" name="Espaço Reservado para Conteúdo 2">
            <a:extLst>
              <a:ext uri="{FF2B5EF4-FFF2-40B4-BE49-F238E27FC236}">
                <a16:creationId xmlns:a16="http://schemas.microsoft.com/office/drawing/2014/main" id="{2F85136C-DB08-23AD-8FDD-72981D9D3CB8}"/>
              </a:ext>
            </a:extLst>
          </p:cNvPr>
          <p:cNvSpPr txBox="1">
            <a:spLocks/>
          </p:cNvSpPr>
          <p:nvPr/>
        </p:nvSpPr>
        <p:spPr>
          <a:xfrm>
            <a:off x="1010155" y="2031184"/>
            <a:ext cx="10515600" cy="505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b="1" dirty="0"/>
              <a:t>Criação do banco de dados e das tabelas:</a:t>
            </a:r>
          </a:p>
        </p:txBody>
      </p:sp>
    </p:spTree>
    <p:extLst>
      <p:ext uri="{BB962C8B-B14F-4D97-AF65-F5344CB8AC3E}">
        <p14:creationId xmlns:p14="http://schemas.microsoft.com/office/powerpoint/2010/main" val="4064301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Inserção de dados: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DABE087-5ADF-8648-DAE0-4E16D625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21" y="2646352"/>
            <a:ext cx="3208687" cy="195104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3D3274-D9A0-490F-97F6-587E8EC37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9" y="4637149"/>
            <a:ext cx="2184548" cy="195104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BBDDF9-8BBC-41C4-8FDA-603972B58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232" y="2635968"/>
            <a:ext cx="3088242" cy="17749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9614EF-3D57-4519-BA73-E0B202E12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7661" y="4637148"/>
            <a:ext cx="4947982" cy="209147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9EEA4B9-59E0-40DC-9362-EFF820FEB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498" y="2523460"/>
            <a:ext cx="4168537" cy="225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73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Inserção de dados: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C3B9754-7198-4969-A3B6-7DEABF89E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5420"/>
            <a:ext cx="3604095" cy="21010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778AAAA-A230-4E83-B27C-2376D6B8A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646823"/>
            <a:ext cx="2721385" cy="208179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38BD597-FBCC-443E-953F-EB629B28C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779" y="2351796"/>
            <a:ext cx="2555518" cy="214212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35A651A-894E-41CA-A3B0-AABC744BF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779" y="4507393"/>
            <a:ext cx="3140507" cy="222122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5A6305E-9622-48D5-8B64-1286BBD6B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005" y="2378546"/>
            <a:ext cx="3140508" cy="216452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BF4BAF8-B7BE-4B1B-AA9B-CB82A621A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1737" y="4577744"/>
            <a:ext cx="3029044" cy="215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Inserção de dados: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4EBE75-3837-46EA-A3EC-BCEFC7DE3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930" y="2435509"/>
            <a:ext cx="2754152" cy="203807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9D60A37-A3F7-443E-8208-8B717404B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693" y="4586181"/>
            <a:ext cx="2927587" cy="220966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3C471D0-A20D-425B-852C-5BF137692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058" y="2220598"/>
            <a:ext cx="3108038" cy="227090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AD57FED-72F2-466C-8695-2E65C9DBB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058" y="4594123"/>
            <a:ext cx="2685997" cy="219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84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Consultas (baseado no usuário de id 1):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E86B6A-4FEF-4DF4-8D06-036DAF8AE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21" y="2659810"/>
            <a:ext cx="5078535" cy="197158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024FA76-48F2-4F56-8FF0-7B70986F7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1" y="4884469"/>
            <a:ext cx="5571170" cy="89452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B486729-0FD9-4F22-A48A-0797D1642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2646352"/>
            <a:ext cx="5159690" cy="1358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179FF4-06B4-4996-9A18-8C3212128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857" y="6000024"/>
            <a:ext cx="5134692" cy="6858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FE73F12-2155-4BAA-A609-4B6E798E54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911" y="4350407"/>
            <a:ext cx="3993460" cy="21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9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Consultas (baseado no usuário de id 1):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681C2-A7F4-4A06-B598-8CA858F74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67" y="2593454"/>
            <a:ext cx="3634725" cy="399364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E7853B2-9313-4549-B724-1AEBA8384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419" y="2646352"/>
            <a:ext cx="3329092" cy="236175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FCABE82-F142-4626-984A-6767FA404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419" y="5412003"/>
            <a:ext cx="4057522" cy="117509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B8394AC-C7B1-4286-9B91-E4A51DF8B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052" y="3162001"/>
            <a:ext cx="3703691" cy="193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8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8355-9820-0DE8-2722-932E705F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8D69F-03BC-E151-A209-243764C2C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380"/>
            <a:ext cx="10515600" cy="1325563"/>
          </a:xfrm>
        </p:spPr>
        <p:txBody>
          <a:bodyPr/>
          <a:lstStyle/>
          <a:p>
            <a:r>
              <a:rPr lang="pt-BR" b="1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3F81D-67E7-7BAD-AA53-66C36B72A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789"/>
            <a:ext cx="10515600" cy="422275"/>
          </a:xfrm>
        </p:spPr>
        <p:txBody>
          <a:bodyPr>
            <a:normAutofit/>
          </a:bodyPr>
          <a:lstStyle/>
          <a:p>
            <a:r>
              <a:rPr lang="pt-BR" sz="2400" dirty="0"/>
              <a:t>A metodologia deste projeto seguiu as seguintes etapas: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FDA116-9007-8523-443D-8BE33DC29E8B}"/>
              </a:ext>
            </a:extLst>
          </p:cNvPr>
          <p:cNvSpPr txBox="1"/>
          <p:nvPr/>
        </p:nvSpPr>
        <p:spPr>
          <a:xfrm>
            <a:off x="1084521" y="2047016"/>
            <a:ext cx="9686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Consultas (baseado no usuário 1 (Alice Silva) no ano de 2024):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625EF7-EB5D-4D4E-BB13-5F45F16DA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666" y="3019806"/>
            <a:ext cx="4224953" cy="24483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D487F66-3A5C-440A-8397-A3EB6B70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1" y="3832823"/>
            <a:ext cx="4334126" cy="280238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716CC86-84E7-484B-90B4-0BF135D0F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521" y="2680303"/>
            <a:ext cx="3463951" cy="91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91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Modelo Conceitual</a:t>
            </a:r>
          </a:p>
        </p:txBody>
      </p:sp>
      <p:pic>
        <p:nvPicPr>
          <p:cNvPr id="5" name="Espaço Reservado para Conteúdo 4" descr="Interface gráfica do usuári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8CDFA73A-766F-57F6-BE4D-FF34BD333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401" y="1772462"/>
            <a:ext cx="8450017" cy="4351338"/>
          </a:xfrm>
        </p:spPr>
      </p:pic>
    </p:spTree>
    <p:extLst>
      <p:ext uri="{BB962C8B-B14F-4D97-AF65-F5344CB8AC3E}">
        <p14:creationId xmlns:p14="http://schemas.microsoft.com/office/powerpoint/2010/main" val="3766134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52304" cy="103644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consumou nas seguintes  execuções de consultas da retrospectiva do usuário 1 (Alice Silva) no ano de 2024: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785C74-4523-427C-B630-44FD38CDFA1B}"/>
              </a:ext>
            </a:extLst>
          </p:cNvPr>
          <p:cNvSpPr txBox="1"/>
          <p:nvPr/>
        </p:nvSpPr>
        <p:spPr>
          <a:xfrm>
            <a:off x="1115568" y="2710753"/>
            <a:ext cx="5489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minutos ouvidos no ano e a  porcentagem em relação aos outros ouvintes: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763C03-6B04-40FE-8670-E2DDA6C2B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3439362"/>
            <a:ext cx="3645734" cy="62926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2434794-A593-4903-9DA9-76BE1115AB70}"/>
              </a:ext>
            </a:extLst>
          </p:cNvPr>
          <p:cNvSpPr txBox="1"/>
          <p:nvPr/>
        </p:nvSpPr>
        <p:spPr>
          <a:xfrm>
            <a:off x="1115568" y="4335337"/>
            <a:ext cx="4980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 dia que mais ouviu músicas no ano e quantos minutos: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DC03C45-2217-4E8C-AE3D-A1A7E4E8F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043223"/>
            <a:ext cx="2524477" cy="5811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E8D5F84-B136-4512-AADF-C0FD7BFAF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161" y="3438519"/>
            <a:ext cx="1657581" cy="523948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CC829C7-0146-44F7-B46F-7A6EE2E3AC4D}"/>
              </a:ext>
            </a:extLst>
          </p:cNvPr>
          <p:cNvSpPr txBox="1"/>
          <p:nvPr/>
        </p:nvSpPr>
        <p:spPr>
          <a:xfrm>
            <a:off x="7068312" y="2731476"/>
            <a:ext cx="49804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músicas distintas ouvidas durante o ano: 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F7D95F-32F1-4C26-A989-3A506BCA4024}"/>
              </a:ext>
            </a:extLst>
          </p:cNvPr>
          <p:cNvSpPr txBox="1"/>
          <p:nvPr/>
        </p:nvSpPr>
        <p:spPr>
          <a:xfrm>
            <a:off x="7068312" y="4335337"/>
            <a:ext cx="4700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músicas ouvidas durante o ano (incluindo as repetições):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E22E5C0-7154-47D8-BFCF-C2BBD2A62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773" y="5163346"/>
            <a:ext cx="258163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8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23C0-8329-DA10-5228-5B285E0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2ADF3-DB6F-E39C-C7F4-54ACF4D9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C74C75-4FC7-4873-2E62-449BFDF0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52304" cy="103644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consumou nas seguintes  execuções de consultas da retrospectiva do usuário 1 (Alice Silva) no ano de 2024: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663584-736F-052C-D7C3-26B8043EFBE8}"/>
              </a:ext>
            </a:extLst>
          </p:cNvPr>
          <p:cNvSpPr txBox="1"/>
          <p:nvPr/>
        </p:nvSpPr>
        <p:spPr>
          <a:xfrm>
            <a:off x="1115568" y="2710753"/>
            <a:ext cx="5376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 música mais ouvida do ano: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5F475F-44B5-2476-FFB9-FB6F05EF7D28}"/>
              </a:ext>
            </a:extLst>
          </p:cNvPr>
          <p:cNvSpPr txBox="1"/>
          <p:nvPr/>
        </p:nvSpPr>
        <p:spPr>
          <a:xfrm>
            <a:off x="1115568" y="3852643"/>
            <a:ext cx="498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Top 5 músicas mais ouvidas no Ano: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CC48B80-A017-89F4-7EDE-59270286F24E}"/>
              </a:ext>
            </a:extLst>
          </p:cNvPr>
          <p:cNvSpPr txBox="1"/>
          <p:nvPr/>
        </p:nvSpPr>
        <p:spPr>
          <a:xfrm>
            <a:off x="1115435" y="5423939"/>
            <a:ext cx="5204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Artista mais ouvido no ano e o total de minutos ouvidos: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488CEB9-FD5A-D5A8-7E15-569EE01D7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58" y="3149917"/>
            <a:ext cx="4975662" cy="47842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6F4E644-36CA-3915-D399-B0042B1AC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58" y="4252753"/>
            <a:ext cx="2334062" cy="108163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6EF5115-FA44-56DA-5A22-23633C603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58" y="6144240"/>
            <a:ext cx="2181529" cy="543001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A236E2-A2C8-F611-FDEC-E8EF0D21C5D1}"/>
              </a:ext>
            </a:extLst>
          </p:cNvPr>
          <p:cNvSpPr txBox="1"/>
          <p:nvPr/>
        </p:nvSpPr>
        <p:spPr>
          <a:xfrm>
            <a:off x="7058152" y="2727135"/>
            <a:ext cx="437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Gêneros e artistas mais ouvidos em determinados meses (jornada musical):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1CF2D4B-56E4-E4CC-4E9A-B8A6B933B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911" y="3572932"/>
            <a:ext cx="2247285" cy="140546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6F0B7D-40AA-F6E0-26E3-311F6C17FF07}"/>
              </a:ext>
            </a:extLst>
          </p:cNvPr>
          <p:cNvSpPr txBox="1"/>
          <p:nvPr/>
        </p:nvSpPr>
        <p:spPr>
          <a:xfrm>
            <a:off x="7058152" y="5134336"/>
            <a:ext cx="4980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Top 5 artistas mais ouvidos:</a:t>
            </a:r>
          </a:p>
        </p:txBody>
      </p:sp>
      <p:pic>
        <p:nvPicPr>
          <p:cNvPr id="26" name="Imagem 25" descr="Interface gráfica do usuário, Tabela&#10;&#10;O conteúdo gerado por IA pode estar incorreto.">
            <a:extLst>
              <a:ext uri="{FF2B5EF4-FFF2-40B4-BE49-F238E27FC236}">
                <a16:creationId xmlns:a16="http://schemas.microsoft.com/office/drawing/2014/main" id="{EAC44D1E-5196-66B9-7509-D3F414AD5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911" y="5610766"/>
            <a:ext cx="1609950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0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6C44-42DB-E0E5-9510-B624F8D3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36000-C16F-8C3C-BF25-60FA4DD1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EF88A8-5382-2339-3453-455DC77A2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052304" cy="103644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consumou nas seguintes  execuções de consultas da retrospectiva do usuário 1 (Alice Silva) no ano de 2024: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C0B623-9F10-8774-50BD-83584674A46A}"/>
              </a:ext>
            </a:extLst>
          </p:cNvPr>
          <p:cNvSpPr txBox="1"/>
          <p:nvPr/>
        </p:nvSpPr>
        <p:spPr>
          <a:xfrm>
            <a:off x="7161276" y="3490976"/>
            <a:ext cx="5376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Top 3 podcasts mais ouvidos no ano: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2842EE-38DD-1F12-2423-91DF2CF2FB74}"/>
              </a:ext>
            </a:extLst>
          </p:cNvPr>
          <p:cNvSpPr txBox="1"/>
          <p:nvPr/>
        </p:nvSpPr>
        <p:spPr>
          <a:xfrm>
            <a:off x="1053592" y="2727135"/>
            <a:ext cx="4625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Total de minutos ouvidos de podcasts o ano todo: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78019F-C682-12FD-3D82-8E433610AE4B}"/>
              </a:ext>
            </a:extLst>
          </p:cNvPr>
          <p:cNvSpPr txBox="1"/>
          <p:nvPr/>
        </p:nvSpPr>
        <p:spPr>
          <a:xfrm>
            <a:off x="1053592" y="4459426"/>
            <a:ext cx="5204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Categorias de podcasts ouvidos, reproduções e a porcentagem em relação a outros ouvintes: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AB14247-57D3-BADF-2FE5-09636DD52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372" y="3613193"/>
            <a:ext cx="2010056" cy="54300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884EF10-CE9D-38C9-7F69-DBE5189F3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72" y="5378826"/>
            <a:ext cx="4248743" cy="101931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9546CB2-F451-F493-1EFE-385131527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219" y="4062044"/>
            <a:ext cx="2000529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82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4058E-ABE4-42BA-823B-E96976A8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10515600" cy="1325563"/>
          </a:xfrm>
        </p:spPr>
        <p:txBody>
          <a:bodyPr/>
          <a:lstStyle/>
          <a:p>
            <a:r>
              <a:rPr lang="pt-BR" b="1" dirty="0"/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9CD61A-9E8D-44A0-BE10-3C492F8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8433"/>
            <a:ext cx="10175240" cy="263408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Este projeto demonstrou como funciona a modelagem, armazenamento e consulta de dados para criar experiências personalizadas em uma plataforma de streaming. Inspirado na retrospectiva do Spotify, foi possível  registrar e organizar atividades como músicas ouvidas, artistas favoritos, gêneros mais acessados, e o tempo que foi gasto em cada ação, gerando resultados atrativos e relevantes ao usuário.</a:t>
            </a:r>
          </a:p>
        </p:txBody>
      </p:sp>
    </p:spTree>
    <p:extLst>
      <p:ext uri="{BB962C8B-B14F-4D97-AF65-F5344CB8AC3E}">
        <p14:creationId xmlns:p14="http://schemas.microsoft.com/office/powerpoint/2010/main" val="17799492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460</Words>
  <Application>Microsoft Office PowerPoint</Application>
  <PresentationFormat>Widescreen</PresentationFormat>
  <Paragraphs>49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Banco de dados: Retrospectiva Spotify</vt:lpstr>
      <vt:lpstr>OBJETIVOS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Modelo Conceitual</vt:lpstr>
      <vt:lpstr>Desenvolvimento</vt:lpstr>
      <vt:lpstr>Desenvolvimento</vt:lpstr>
      <vt:lpstr>Desenvolvimento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</dc:title>
  <dc:creator>Micro</dc:creator>
  <cp:lastModifiedBy>Micro</cp:lastModifiedBy>
  <cp:revision>15</cp:revision>
  <dcterms:created xsi:type="dcterms:W3CDTF">2025-10-06T16:39:47Z</dcterms:created>
  <dcterms:modified xsi:type="dcterms:W3CDTF">2025-10-16T12:05:00Z</dcterms:modified>
</cp:coreProperties>
</file>