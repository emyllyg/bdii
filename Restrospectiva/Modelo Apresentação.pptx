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4465-F3CD-4DAF-95D9-2B1C7CAB5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CC6590-ADBD-4C38-A7A0-AC7FC54C5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594281-4BAF-43A6-A032-B3E56265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A16A0E-0201-48DF-A924-5DC46544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72D49-616D-4687-B477-DEE3B812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20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928B9-CBC6-46C0-9CB0-911F99F4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955742-2173-4AB6-A70B-87DBF55CC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F97772-F77C-4215-98AB-CEC72C4D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A3A3B5-6B48-4FB3-BF13-69300A9A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A961A7-1CB0-4DB5-9E5F-5BE45304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52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04D74-2D79-4D9B-A714-F94B7431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1FB172-A0A9-41D0-BA7C-6EE8CA478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DA5188-EA8B-4EF3-AE66-C1347CD5A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BF2CCA-1C07-43D7-BE77-2368F6FB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D568DD-2191-48B3-B9AB-22435C4F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66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54AE5-89FC-437E-BCC1-198D8BE7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087C0-93A0-45E7-8607-A852810F2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B22A44-3E7E-44CF-8A3D-F22B4F743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67C017-3DD5-44F1-993B-E8D7872D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0BCD40-1D73-48F5-A08C-B64D5A2F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E25397-461D-4229-8909-A93FF675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14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EDACD-F3F3-4ABA-AE57-2FB5F3CB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9195CB-9044-4DC4-808E-21592F5F6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5F029A-0B18-47E1-B8DF-63C0AC301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48527A-E32B-4DA4-8BDE-4C7EF3EA3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38D265-9947-4ACA-B975-13E3540DC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F133A0B-4417-430E-9BD7-4327256F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770A0F-6B44-4553-A202-2E4B2E72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240947-F301-43BF-9A0C-F747344F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1263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AD7DC-14E9-4E16-9874-F8D21997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E21CAE-007D-4806-8C29-16CAAB9B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C1AE21-2C92-4598-ABC8-95164E8D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C59FF6-477D-4497-9861-24684F4D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955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FE4988-04E2-40A9-8218-A0866E41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DC530C-5E7E-4EB7-9BBF-4EB91BC4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D309E1-7C52-4DAA-98DD-C991AC17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64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39342-A1E8-4A46-9B10-FF492F7D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0CE405-5D14-45CF-884A-FF681E7AD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96E446-2758-43DD-A005-15FF67175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43E608-DDFF-48EA-BBD4-FE2EE5BE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199ED7-E8F1-45D9-BBED-F0D41BC7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F7355F-5FB2-46EE-A5B1-85174CDA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89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6898D-D18A-47EC-AD09-7AA0E45D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378BF4-238C-4354-9ACE-4CF38F0E2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D9C53E-5972-4B38-87BA-EAD940481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64A0B2-83C6-4E22-A719-72280AD7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EE7E4B-31D8-492C-87B3-F4D7BFE3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125993-4BA4-4BDC-9546-A59A6DBA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96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ADE83-029F-436C-90E9-51C22499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584D48-26AF-4188-9F55-02E0FAD35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02675C-FDD2-4BB6-B88C-2830789E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45C779-4E68-4E22-8C88-95343B92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655D0D-C753-473A-A89B-185B68BE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17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CA87A8-7D87-4A00-A970-40AB1DEEE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874A62-5DFA-4933-9060-1E1F6AC41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7A5D8A-2339-4E26-9BFD-D9032A639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3F565E-AE2E-4D25-B640-CE8A6A29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87B484-AC08-4416-AC9A-92132094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4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5FBCB25-062E-4958-A22D-69C7D4BD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ABB2FE-0915-4549-B149-4288F7C9A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D015E0-444A-489B-82EE-B86A59BF6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06AE5-EFAE-43B9-B170-74A9DE5A746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4A015-B504-4997-A583-E5A5895BE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30ECA7-2AFB-448F-A701-F1DDA17D2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69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9DA13-EA2A-4AB6-AD6C-255C236A9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15906"/>
          </a:xfrm>
        </p:spPr>
        <p:txBody>
          <a:bodyPr>
            <a:normAutofit/>
          </a:bodyPr>
          <a:lstStyle/>
          <a:p>
            <a:r>
              <a:rPr lang="pt-BR" sz="4000" b="1" dirty="0"/>
              <a:t>Título do Trabalho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ADB3A9-D8C8-4273-8875-6E79FA672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73713"/>
          </a:xfrm>
        </p:spPr>
        <p:txBody>
          <a:bodyPr>
            <a:normAutofit/>
          </a:bodyPr>
          <a:lstStyle/>
          <a:p>
            <a:r>
              <a:rPr lang="pt-BR" sz="2000" dirty="0"/>
              <a:t>Autores em Ordem alfabética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30B69C4-96B9-448C-A0C8-6EB8B62A1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55" y="56213"/>
            <a:ext cx="3324689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2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13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4301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Modelo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6134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9586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Considerações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9492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Título do Trabalho</vt:lpstr>
      <vt:lpstr>Objetivos</vt:lpstr>
      <vt:lpstr>Metodologia</vt:lpstr>
      <vt:lpstr>Modelo Conceitual</vt:lpstr>
      <vt:lpstr>Desenvolvimento</vt:lpstr>
      <vt:lpstr>Considerações Finais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Trabalho</dc:title>
  <dc:creator>Micro</dc:creator>
  <cp:lastModifiedBy>Micro</cp:lastModifiedBy>
  <cp:revision>1</cp:revision>
  <dcterms:created xsi:type="dcterms:W3CDTF">2025-10-06T16:39:47Z</dcterms:created>
  <dcterms:modified xsi:type="dcterms:W3CDTF">2025-10-09T11:57:33Z</dcterms:modified>
</cp:coreProperties>
</file>