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Brown Sugar" charset="1" panose="02000506000000020004"/>
      <p:regular r:id="rId17"/>
    </p:embeddedFont>
    <p:embeddedFont>
      <p:font typeface="Coterie" charset="1" panose="00000000000000000000"/>
      <p:regular r:id="rId18"/>
    </p:embeddedFont>
    <p:embeddedFont>
      <p:font typeface="Kulachat Serif" charset="1" panose="00000000000000000000"/>
      <p:regular r:id="rId19"/>
    </p:embeddedFont>
    <p:embeddedFont>
      <p:font typeface="Kulachat Serif Bold" charset="1" panose="00000000000000000000"/>
      <p:regular r:id="rId20"/>
    </p:embeddedFont>
    <p:embeddedFont>
      <p:font typeface="Kulachat Serif Italics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997078" y="1060322"/>
            <a:ext cx="8322164" cy="8258920"/>
          </a:xfrm>
          <a:custGeom>
            <a:avLst/>
            <a:gdLst/>
            <a:ahLst/>
            <a:cxnLst/>
            <a:rect r="r" b="b" t="t" l="l"/>
            <a:pathLst>
              <a:path h="8258920" w="8322164">
                <a:moveTo>
                  <a:pt x="0" y="0"/>
                </a:moveTo>
                <a:lnTo>
                  <a:pt x="8322164" y="0"/>
                </a:lnTo>
                <a:lnTo>
                  <a:pt x="8322164" y="8258920"/>
                </a:lnTo>
                <a:lnTo>
                  <a:pt x="0" y="8258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732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5460469" y="6366710"/>
            <a:ext cx="7367062" cy="21327"/>
          </a:xfrm>
          <a:prstGeom prst="line">
            <a:avLst/>
          </a:prstGeom>
          <a:ln cap="flat" w="38100">
            <a:solidFill>
              <a:srgbClr val="4D5A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235892" y="3715303"/>
            <a:ext cx="9816216" cy="219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76"/>
              </a:lnSpc>
            </a:pPr>
            <a:r>
              <a:rPr lang="en-US" sz="12768">
                <a:solidFill>
                  <a:srgbClr val="4D5A46"/>
                </a:solidFill>
                <a:latin typeface="Brown Sugar"/>
                <a:ea typeface="Brown Sugar"/>
                <a:cs typeface="Brown Sugar"/>
                <a:sym typeface="Brown Sugar"/>
              </a:rPr>
              <a:t>RESERVA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37254" y="5352495"/>
            <a:ext cx="4215913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0"/>
              </a:lnSpc>
            </a:pPr>
            <a:r>
              <a:rPr lang="en-US" sz="5700">
                <a:solidFill>
                  <a:srgbClr val="C5A44F"/>
                </a:solidFill>
                <a:latin typeface="Coterie"/>
                <a:ea typeface="Coterie"/>
                <a:cs typeface="Coterie"/>
                <a:sym typeface="Coterie"/>
              </a:rPr>
              <a:t>De buffet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400000">
            <a:off x="9112378" y="1203942"/>
            <a:ext cx="8322164" cy="7971680"/>
          </a:xfrm>
          <a:custGeom>
            <a:avLst/>
            <a:gdLst/>
            <a:ahLst/>
            <a:cxnLst/>
            <a:rect r="r" b="b" t="t" l="l"/>
            <a:pathLst>
              <a:path h="7971680" w="8322164">
                <a:moveTo>
                  <a:pt x="0" y="0"/>
                </a:moveTo>
                <a:lnTo>
                  <a:pt x="8322164" y="0"/>
                </a:lnTo>
                <a:lnTo>
                  <a:pt x="8322164" y="7971680"/>
                </a:lnTo>
                <a:lnTo>
                  <a:pt x="0" y="7971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2278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01933" y="4531277"/>
            <a:ext cx="5086067" cy="7078282"/>
          </a:xfrm>
          <a:custGeom>
            <a:avLst/>
            <a:gdLst/>
            <a:ahLst/>
            <a:cxnLst/>
            <a:rect r="r" b="b" t="t" l="l"/>
            <a:pathLst>
              <a:path h="7078282" w="5086067">
                <a:moveTo>
                  <a:pt x="0" y="0"/>
                </a:moveTo>
                <a:lnTo>
                  <a:pt x="5086067" y="0"/>
                </a:lnTo>
                <a:lnTo>
                  <a:pt x="5086067" y="7078282"/>
                </a:lnTo>
                <a:lnTo>
                  <a:pt x="0" y="70782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2872" y="-843072"/>
            <a:ext cx="5086067" cy="7078282"/>
          </a:xfrm>
          <a:custGeom>
            <a:avLst/>
            <a:gdLst/>
            <a:ahLst/>
            <a:cxnLst/>
            <a:rect r="r" b="b" t="t" l="l"/>
            <a:pathLst>
              <a:path h="7078282" w="5086067">
                <a:moveTo>
                  <a:pt x="5086067" y="7078282"/>
                </a:moveTo>
                <a:lnTo>
                  <a:pt x="0" y="7078282"/>
                </a:lnTo>
                <a:lnTo>
                  <a:pt x="0" y="0"/>
                </a:lnTo>
                <a:lnTo>
                  <a:pt x="5086067" y="0"/>
                </a:lnTo>
                <a:lnTo>
                  <a:pt x="5086067" y="7078282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377097" y="6464237"/>
            <a:ext cx="313622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24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Banco de Dados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2562" y="0"/>
            <a:ext cx="1714591" cy="3008957"/>
            <a:chOff x="0" y="0"/>
            <a:chExt cx="451579" cy="7924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579" cy="792482"/>
            </a:xfrm>
            <a:custGeom>
              <a:avLst/>
              <a:gdLst/>
              <a:ahLst/>
              <a:cxnLst/>
              <a:rect r="r" b="b" t="t" l="l"/>
              <a:pathLst>
                <a:path h="792482" w="451579">
                  <a:moveTo>
                    <a:pt x="0" y="0"/>
                  </a:moveTo>
                  <a:lnTo>
                    <a:pt x="451579" y="0"/>
                  </a:lnTo>
                  <a:lnTo>
                    <a:pt x="451579" y="792482"/>
                  </a:lnTo>
                  <a:lnTo>
                    <a:pt x="0" y="792482"/>
                  </a:lnTo>
                  <a:close/>
                </a:path>
              </a:pathLst>
            </a:custGeom>
            <a:solidFill>
              <a:srgbClr val="4D5A4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579" cy="840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717496" y="1078388"/>
            <a:ext cx="9556447" cy="152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9"/>
              </a:lnSpc>
            </a:pPr>
            <a:r>
              <a:rPr lang="en-US" sz="8799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Requisitos: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63340" y="4660265"/>
            <a:ext cx="9081852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 spc="-64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·O sistema deve realizar o cadastro de Clientes.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 spc="-64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O sistema deve permitir a visualização do Menu.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 spc="-64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O sistema deve realizar o cadastro de Reservas.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3342" y="1200457"/>
            <a:ext cx="1393031" cy="132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3"/>
              </a:lnSpc>
            </a:pPr>
            <a:r>
              <a:rPr lang="en-US" sz="7702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01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2876876">
            <a:off x="-725542" y="5308373"/>
            <a:ext cx="4710798" cy="6556019"/>
          </a:xfrm>
          <a:custGeom>
            <a:avLst/>
            <a:gdLst/>
            <a:ahLst/>
            <a:cxnLst/>
            <a:rect r="r" b="b" t="t" l="l"/>
            <a:pathLst>
              <a:path h="6556019" w="4710798">
                <a:moveTo>
                  <a:pt x="0" y="0"/>
                </a:moveTo>
                <a:lnTo>
                  <a:pt x="4710798" y="0"/>
                </a:lnTo>
                <a:lnTo>
                  <a:pt x="4710798" y="6556019"/>
                </a:lnTo>
                <a:lnTo>
                  <a:pt x="0" y="6556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091376" y="1504478"/>
            <a:ext cx="5167924" cy="7486992"/>
          </a:xfrm>
          <a:custGeom>
            <a:avLst/>
            <a:gdLst/>
            <a:ahLst/>
            <a:cxnLst/>
            <a:rect r="r" b="b" t="t" l="l"/>
            <a:pathLst>
              <a:path h="7486992" w="5167924">
                <a:moveTo>
                  <a:pt x="0" y="0"/>
                </a:moveTo>
                <a:lnTo>
                  <a:pt x="5167924" y="0"/>
                </a:lnTo>
                <a:lnTo>
                  <a:pt x="5167924" y="7486992"/>
                </a:lnTo>
                <a:lnTo>
                  <a:pt x="0" y="74869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215784" y="1649221"/>
            <a:ext cx="4928519" cy="7192828"/>
            <a:chOff x="0" y="0"/>
            <a:chExt cx="6571359" cy="9590438"/>
          </a:xfrm>
        </p:grpSpPr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5"/>
            <a:srcRect l="14015" t="0" r="40341" b="0"/>
            <a:stretch>
              <a:fillRect/>
            </a:stretch>
          </p:blipFill>
          <p:spPr>
            <a:xfrm flipH="false" flipV="false">
              <a:off x="0" y="0"/>
              <a:ext cx="6571359" cy="959043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62938" y="5655574"/>
            <a:ext cx="3785590" cy="5268407"/>
          </a:xfrm>
          <a:custGeom>
            <a:avLst/>
            <a:gdLst/>
            <a:ahLst/>
            <a:cxnLst/>
            <a:rect r="r" b="b" t="t" l="l"/>
            <a:pathLst>
              <a:path h="5268407" w="3785590">
                <a:moveTo>
                  <a:pt x="3785590" y="0"/>
                </a:moveTo>
                <a:lnTo>
                  <a:pt x="0" y="0"/>
                </a:lnTo>
                <a:lnTo>
                  <a:pt x="0" y="5268408"/>
                </a:lnTo>
                <a:lnTo>
                  <a:pt x="3785590" y="5268408"/>
                </a:lnTo>
                <a:lnTo>
                  <a:pt x="378559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2562" y="0"/>
            <a:ext cx="1714591" cy="3008957"/>
            <a:chOff x="0" y="0"/>
            <a:chExt cx="451579" cy="7924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1579" cy="792482"/>
            </a:xfrm>
            <a:custGeom>
              <a:avLst/>
              <a:gdLst/>
              <a:ahLst/>
              <a:cxnLst/>
              <a:rect r="r" b="b" t="t" l="l"/>
              <a:pathLst>
                <a:path h="792482" w="451579">
                  <a:moveTo>
                    <a:pt x="0" y="0"/>
                  </a:moveTo>
                  <a:lnTo>
                    <a:pt x="451579" y="0"/>
                  </a:lnTo>
                  <a:lnTo>
                    <a:pt x="451579" y="792482"/>
                  </a:lnTo>
                  <a:lnTo>
                    <a:pt x="0" y="792482"/>
                  </a:lnTo>
                  <a:close/>
                </a:path>
              </a:pathLst>
            </a:custGeom>
            <a:solidFill>
              <a:srgbClr val="4D5A4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1579" cy="840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524443">
            <a:off x="14731804" y="5655574"/>
            <a:ext cx="3785590" cy="5268407"/>
          </a:xfrm>
          <a:custGeom>
            <a:avLst/>
            <a:gdLst/>
            <a:ahLst/>
            <a:cxnLst/>
            <a:rect r="r" b="b" t="t" l="l"/>
            <a:pathLst>
              <a:path h="5268407" w="3785590">
                <a:moveTo>
                  <a:pt x="0" y="0"/>
                </a:moveTo>
                <a:lnTo>
                  <a:pt x="3785590" y="0"/>
                </a:lnTo>
                <a:lnTo>
                  <a:pt x="3785590" y="5268408"/>
                </a:lnTo>
                <a:lnTo>
                  <a:pt x="0" y="5268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769603" y="4363618"/>
            <a:ext cx="13434594" cy="4705111"/>
          </a:xfrm>
          <a:custGeom>
            <a:avLst/>
            <a:gdLst/>
            <a:ahLst/>
            <a:cxnLst/>
            <a:rect r="r" b="b" t="t" l="l"/>
            <a:pathLst>
              <a:path h="4705111" w="13434594">
                <a:moveTo>
                  <a:pt x="0" y="0"/>
                </a:moveTo>
                <a:lnTo>
                  <a:pt x="13434594" y="0"/>
                </a:lnTo>
                <a:lnTo>
                  <a:pt x="13434594" y="4705111"/>
                </a:lnTo>
                <a:lnTo>
                  <a:pt x="0" y="4705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33342" y="1200457"/>
            <a:ext cx="1393031" cy="132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3"/>
              </a:lnSpc>
            </a:pPr>
            <a:r>
              <a:rPr lang="en-US" sz="7702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35541" y="857250"/>
            <a:ext cx="9816917" cy="280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Diagrama Entidade   </a:t>
            </a:r>
            <a:r>
              <a:rPr lang="en-US" sz="8000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Relacionamento: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2562" y="0"/>
            <a:ext cx="1714591" cy="3008957"/>
            <a:chOff x="0" y="0"/>
            <a:chExt cx="451579" cy="7924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579" cy="792482"/>
            </a:xfrm>
            <a:custGeom>
              <a:avLst/>
              <a:gdLst/>
              <a:ahLst/>
              <a:cxnLst/>
              <a:rect r="r" b="b" t="t" l="l"/>
              <a:pathLst>
                <a:path h="792482" w="451579">
                  <a:moveTo>
                    <a:pt x="0" y="0"/>
                  </a:moveTo>
                  <a:lnTo>
                    <a:pt x="451579" y="0"/>
                  </a:lnTo>
                  <a:lnTo>
                    <a:pt x="451579" y="792482"/>
                  </a:lnTo>
                  <a:lnTo>
                    <a:pt x="0" y="792482"/>
                  </a:lnTo>
                  <a:close/>
                </a:path>
              </a:pathLst>
            </a:custGeom>
            <a:solidFill>
              <a:srgbClr val="4D5A4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579" cy="840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35929">
            <a:off x="13731411" y="4607070"/>
            <a:ext cx="5037937" cy="7011299"/>
          </a:xfrm>
          <a:custGeom>
            <a:avLst/>
            <a:gdLst/>
            <a:ahLst/>
            <a:cxnLst/>
            <a:rect r="r" b="b" t="t" l="l"/>
            <a:pathLst>
              <a:path h="7011299" w="5037937">
                <a:moveTo>
                  <a:pt x="0" y="0"/>
                </a:moveTo>
                <a:lnTo>
                  <a:pt x="5037937" y="0"/>
                </a:lnTo>
                <a:lnTo>
                  <a:pt x="5037937" y="7011299"/>
                </a:lnTo>
                <a:lnTo>
                  <a:pt x="0" y="7011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818035" y="6136702"/>
            <a:ext cx="6379626" cy="1479142"/>
            <a:chOff x="0" y="0"/>
            <a:chExt cx="8506167" cy="197219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8506167" cy="1972190"/>
              <a:chOff x="0" y="0"/>
              <a:chExt cx="1437953" cy="33339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437953" cy="333395"/>
              </a:xfrm>
              <a:custGeom>
                <a:avLst/>
                <a:gdLst/>
                <a:ahLst/>
                <a:cxnLst/>
                <a:rect r="r" b="b" t="t" l="l"/>
                <a:pathLst>
                  <a:path h="333395" w="1437953">
                    <a:moveTo>
                      <a:pt x="0" y="0"/>
                    </a:moveTo>
                    <a:lnTo>
                      <a:pt x="1437953" y="0"/>
                    </a:lnTo>
                    <a:lnTo>
                      <a:pt x="1437953" y="333395"/>
                    </a:lnTo>
                    <a:lnTo>
                      <a:pt x="0" y="333395"/>
                    </a:lnTo>
                    <a:close/>
                  </a:path>
                </a:pathLst>
              </a:custGeom>
              <a:solidFill>
                <a:srgbClr val="C5A44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1437953" cy="381020"/>
              </a:xfrm>
              <a:prstGeom prst="rect">
                <a:avLst/>
              </a:prstGeom>
            </p:spPr>
            <p:txBody>
              <a:bodyPr anchor="ctr" rtlCol="false" tIns="55282" lIns="55282" bIns="55282" rIns="55282"/>
              <a:lstStyle/>
              <a:p>
                <a:pPr algn="ctr">
                  <a:lnSpc>
                    <a:spcPts val="3132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171197" y="193785"/>
              <a:ext cx="8150136" cy="1611893"/>
            </a:xfrm>
            <a:custGeom>
              <a:avLst/>
              <a:gdLst/>
              <a:ahLst/>
              <a:cxnLst/>
              <a:rect r="r" b="b" t="t" l="l"/>
              <a:pathLst>
                <a:path h="1611893" w="8150136">
                  <a:moveTo>
                    <a:pt x="0" y="0"/>
                  </a:moveTo>
                  <a:lnTo>
                    <a:pt x="8150137" y="0"/>
                  </a:lnTo>
                  <a:lnTo>
                    <a:pt x="8150137" y="1611893"/>
                  </a:lnTo>
                  <a:lnTo>
                    <a:pt x="0" y="1611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967" t="0" r="-5190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633729" y="857250"/>
            <a:ext cx="16276337" cy="280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Comandos de Definição de Dados (DDL):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39875" y="4717017"/>
            <a:ext cx="680825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Criação do banco de dados: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3342" y="1200457"/>
            <a:ext cx="1393031" cy="132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3"/>
              </a:lnSpc>
            </a:pPr>
            <a:r>
              <a:rPr lang="en-US" sz="7702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03</a:t>
            </a:r>
          </a:p>
        </p:txBody>
      </p:sp>
      <p:sp>
        <p:nvSpPr>
          <p:cNvPr name="Freeform 14" id="14"/>
          <p:cNvSpPr/>
          <p:nvPr/>
        </p:nvSpPr>
        <p:spPr>
          <a:xfrm flipH="true" flipV="false" rot="329676">
            <a:off x="-306442" y="5003690"/>
            <a:ext cx="4710798" cy="6556019"/>
          </a:xfrm>
          <a:custGeom>
            <a:avLst/>
            <a:gdLst/>
            <a:ahLst/>
            <a:cxnLst/>
            <a:rect r="r" b="b" t="t" l="l"/>
            <a:pathLst>
              <a:path h="6556019" w="4710798">
                <a:moveTo>
                  <a:pt x="4710798" y="0"/>
                </a:moveTo>
                <a:lnTo>
                  <a:pt x="0" y="0"/>
                </a:lnTo>
                <a:lnTo>
                  <a:pt x="0" y="6556019"/>
                </a:lnTo>
                <a:lnTo>
                  <a:pt x="4710798" y="6556019"/>
                </a:lnTo>
                <a:lnTo>
                  <a:pt x="4710798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2562" y="0"/>
            <a:ext cx="1714591" cy="3008957"/>
            <a:chOff x="0" y="0"/>
            <a:chExt cx="451579" cy="7924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579" cy="792482"/>
            </a:xfrm>
            <a:custGeom>
              <a:avLst/>
              <a:gdLst/>
              <a:ahLst/>
              <a:cxnLst/>
              <a:rect r="r" b="b" t="t" l="l"/>
              <a:pathLst>
                <a:path h="792482" w="451579">
                  <a:moveTo>
                    <a:pt x="0" y="0"/>
                  </a:moveTo>
                  <a:lnTo>
                    <a:pt x="451579" y="0"/>
                  </a:lnTo>
                  <a:lnTo>
                    <a:pt x="451579" y="792482"/>
                  </a:lnTo>
                  <a:lnTo>
                    <a:pt x="0" y="792482"/>
                  </a:lnTo>
                  <a:close/>
                </a:path>
              </a:pathLst>
            </a:custGeom>
            <a:solidFill>
              <a:srgbClr val="4D5A4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579" cy="840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35929">
            <a:off x="13731411" y="4607070"/>
            <a:ext cx="5037937" cy="7011299"/>
          </a:xfrm>
          <a:custGeom>
            <a:avLst/>
            <a:gdLst/>
            <a:ahLst/>
            <a:cxnLst/>
            <a:rect r="r" b="b" t="t" l="l"/>
            <a:pathLst>
              <a:path h="7011299" w="5037937">
                <a:moveTo>
                  <a:pt x="0" y="0"/>
                </a:moveTo>
                <a:lnTo>
                  <a:pt x="5037937" y="0"/>
                </a:lnTo>
                <a:lnTo>
                  <a:pt x="5037937" y="7011299"/>
                </a:lnTo>
                <a:lnTo>
                  <a:pt x="0" y="7011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69934" y="3281675"/>
            <a:ext cx="9138448" cy="2953928"/>
            <a:chOff x="0" y="0"/>
            <a:chExt cx="2406834" cy="7779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6834" cy="777989"/>
            </a:xfrm>
            <a:custGeom>
              <a:avLst/>
              <a:gdLst/>
              <a:ahLst/>
              <a:cxnLst/>
              <a:rect r="r" b="b" t="t" l="l"/>
              <a:pathLst>
                <a:path h="777989" w="2406834">
                  <a:moveTo>
                    <a:pt x="0" y="0"/>
                  </a:moveTo>
                  <a:lnTo>
                    <a:pt x="2406834" y="0"/>
                  </a:lnTo>
                  <a:lnTo>
                    <a:pt x="2406834" y="777989"/>
                  </a:lnTo>
                  <a:lnTo>
                    <a:pt x="0" y="777989"/>
                  </a:lnTo>
                  <a:close/>
                </a:path>
              </a:pathLst>
            </a:custGeom>
            <a:solidFill>
              <a:srgbClr val="C5A44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406834" cy="825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569934" y="6822978"/>
            <a:ext cx="9138448" cy="2890428"/>
            <a:chOff x="0" y="0"/>
            <a:chExt cx="2406834" cy="7612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06834" cy="761265"/>
            </a:xfrm>
            <a:custGeom>
              <a:avLst/>
              <a:gdLst/>
              <a:ahLst/>
              <a:cxnLst/>
              <a:rect r="r" b="b" t="t" l="l"/>
              <a:pathLst>
                <a:path h="761265" w="2406834">
                  <a:moveTo>
                    <a:pt x="0" y="0"/>
                  </a:moveTo>
                  <a:lnTo>
                    <a:pt x="2406834" y="0"/>
                  </a:lnTo>
                  <a:lnTo>
                    <a:pt x="2406834" y="761265"/>
                  </a:lnTo>
                  <a:lnTo>
                    <a:pt x="0" y="761265"/>
                  </a:lnTo>
                  <a:close/>
                </a:path>
              </a:pathLst>
            </a:custGeom>
            <a:solidFill>
              <a:srgbClr val="C5A44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406834" cy="808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677559" y="3382204"/>
            <a:ext cx="8932881" cy="2752870"/>
          </a:xfrm>
          <a:custGeom>
            <a:avLst/>
            <a:gdLst/>
            <a:ahLst/>
            <a:cxnLst/>
            <a:rect r="r" b="b" t="t" l="l"/>
            <a:pathLst>
              <a:path h="2752870" w="8932881">
                <a:moveTo>
                  <a:pt x="0" y="0"/>
                </a:moveTo>
                <a:lnTo>
                  <a:pt x="8932882" y="0"/>
                </a:lnTo>
                <a:lnTo>
                  <a:pt x="8932882" y="2752870"/>
                </a:lnTo>
                <a:lnTo>
                  <a:pt x="0" y="2752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890" t="0" r="-853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677559" y="6909809"/>
            <a:ext cx="8932881" cy="2714636"/>
          </a:xfrm>
          <a:custGeom>
            <a:avLst/>
            <a:gdLst/>
            <a:ahLst/>
            <a:cxnLst/>
            <a:rect r="r" b="b" t="t" l="l"/>
            <a:pathLst>
              <a:path h="2714636" w="8932881">
                <a:moveTo>
                  <a:pt x="0" y="0"/>
                </a:moveTo>
                <a:lnTo>
                  <a:pt x="8932882" y="0"/>
                </a:lnTo>
                <a:lnTo>
                  <a:pt x="8932882" y="2714636"/>
                </a:lnTo>
                <a:lnTo>
                  <a:pt x="0" y="27146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389" t="0" r="-703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556875" y="1078388"/>
            <a:ext cx="14299614" cy="152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9"/>
              </a:lnSpc>
            </a:pPr>
            <a:r>
              <a:rPr lang="en-US" sz="8799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Criação das tabelas: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3342" y="1200457"/>
            <a:ext cx="1393031" cy="132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3"/>
              </a:lnSpc>
            </a:pPr>
            <a:r>
              <a:rPr lang="en-US" sz="7702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3287" y="7848027"/>
            <a:ext cx="320780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Tabela Menu: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3287" y="4339539"/>
            <a:ext cx="386617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Tabela Clientes: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2562" y="0"/>
            <a:ext cx="1714591" cy="3008957"/>
            <a:chOff x="0" y="0"/>
            <a:chExt cx="451579" cy="7924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579" cy="792482"/>
            </a:xfrm>
            <a:custGeom>
              <a:avLst/>
              <a:gdLst/>
              <a:ahLst/>
              <a:cxnLst/>
              <a:rect r="r" b="b" t="t" l="l"/>
              <a:pathLst>
                <a:path h="792482" w="451579">
                  <a:moveTo>
                    <a:pt x="0" y="0"/>
                  </a:moveTo>
                  <a:lnTo>
                    <a:pt x="451579" y="0"/>
                  </a:lnTo>
                  <a:lnTo>
                    <a:pt x="451579" y="792482"/>
                  </a:lnTo>
                  <a:lnTo>
                    <a:pt x="0" y="792482"/>
                  </a:lnTo>
                  <a:close/>
                </a:path>
              </a:pathLst>
            </a:custGeom>
            <a:solidFill>
              <a:srgbClr val="4D5A4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579" cy="840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35929">
            <a:off x="13731411" y="4607070"/>
            <a:ext cx="5037937" cy="7011299"/>
          </a:xfrm>
          <a:custGeom>
            <a:avLst/>
            <a:gdLst/>
            <a:ahLst/>
            <a:cxnLst/>
            <a:rect r="r" b="b" t="t" l="l"/>
            <a:pathLst>
              <a:path h="7011299" w="5037937">
                <a:moveTo>
                  <a:pt x="0" y="0"/>
                </a:moveTo>
                <a:lnTo>
                  <a:pt x="5037937" y="0"/>
                </a:lnTo>
                <a:lnTo>
                  <a:pt x="5037937" y="7011299"/>
                </a:lnTo>
                <a:lnTo>
                  <a:pt x="0" y="7011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68426" y="4316651"/>
            <a:ext cx="9151148" cy="4160437"/>
            <a:chOff x="0" y="0"/>
            <a:chExt cx="12201531" cy="5547249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2201531" cy="5547249"/>
              <a:chOff x="0" y="0"/>
              <a:chExt cx="2410179" cy="109575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410179" cy="1095753"/>
              </a:xfrm>
              <a:custGeom>
                <a:avLst/>
                <a:gdLst/>
                <a:ahLst/>
                <a:cxnLst/>
                <a:rect r="r" b="b" t="t" l="l"/>
                <a:pathLst>
                  <a:path h="1095753" w="2410179">
                    <a:moveTo>
                      <a:pt x="0" y="0"/>
                    </a:moveTo>
                    <a:lnTo>
                      <a:pt x="2410179" y="0"/>
                    </a:lnTo>
                    <a:lnTo>
                      <a:pt x="2410179" y="1095753"/>
                    </a:lnTo>
                    <a:lnTo>
                      <a:pt x="0" y="1095753"/>
                    </a:lnTo>
                    <a:close/>
                  </a:path>
                </a:pathLst>
              </a:custGeom>
              <a:solidFill>
                <a:srgbClr val="C5A44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2410179" cy="11433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32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151922" y="152400"/>
              <a:ext cx="11884078" cy="5259382"/>
            </a:xfrm>
            <a:custGeom>
              <a:avLst/>
              <a:gdLst/>
              <a:ahLst/>
              <a:cxnLst/>
              <a:rect r="r" b="b" t="t" l="l"/>
              <a:pathLst>
                <a:path h="5259382" w="11884078">
                  <a:moveTo>
                    <a:pt x="0" y="0"/>
                  </a:moveTo>
                  <a:lnTo>
                    <a:pt x="11884078" y="0"/>
                  </a:lnTo>
                  <a:lnTo>
                    <a:pt x="11884078" y="5259382"/>
                  </a:lnTo>
                  <a:lnTo>
                    <a:pt x="0" y="5259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809" t="0" r="-18108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461625" y="1078388"/>
            <a:ext cx="14299614" cy="152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9"/>
              </a:lnSpc>
            </a:pPr>
            <a:r>
              <a:rPr lang="en-US" sz="8799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Criação das tabelas: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3342" y="1200457"/>
            <a:ext cx="1393031" cy="132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3"/>
              </a:lnSpc>
            </a:pPr>
            <a:r>
              <a:rPr lang="en-US" sz="7702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21000" y="3147734"/>
            <a:ext cx="404600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Tabela Reserva:</a:t>
            </a:r>
          </a:p>
        </p:txBody>
      </p:sp>
      <p:sp>
        <p:nvSpPr>
          <p:cNvPr name="Freeform 14" id="14"/>
          <p:cNvSpPr/>
          <p:nvPr/>
        </p:nvSpPr>
        <p:spPr>
          <a:xfrm flipH="true" flipV="false" rot="329676">
            <a:off x="-306442" y="5003690"/>
            <a:ext cx="4710798" cy="6556019"/>
          </a:xfrm>
          <a:custGeom>
            <a:avLst/>
            <a:gdLst/>
            <a:ahLst/>
            <a:cxnLst/>
            <a:rect r="r" b="b" t="t" l="l"/>
            <a:pathLst>
              <a:path h="6556019" w="4710798">
                <a:moveTo>
                  <a:pt x="4710798" y="0"/>
                </a:moveTo>
                <a:lnTo>
                  <a:pt x="0" y="0"/>
                </a:lnTo>
                <a:lnTo>
                  <a:pt x="0" y="6556019"/>
                </a:lnTo>
                <a:lnTo>
                  <a:pt x="4710798" y="6556019"/>
                </a:lnTo>
                <a:lnTo>
                  <a:pt x="4710798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2562" y="0"/>
            <a:ext cx="1714591" cy="3008957"/>
            <a:chOff x="0" y="0"/>
            <a:chExt cx="451579" cy="7924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579" cy="792482"/>
            </a:xfrm>
            <a:custGeom>
              <a:avLst/>
              <a:gdLst/>
              <a:ahLst/>
              <a:cxnLst/>
              <a:rect r="r" b="b" t="t" l="l"/>
              <a:pathLst>
                <a:path h="792482" w="451579">
                  <a:moveTo>
                    <a:pt x="0" y="0"/>
                  </a:moveTo>
                  <a:lnTo>
                    <a:pt x="451579" y="0"/>
                  </a:lnTo>
                  <a:lnTo>
                    <a:pt x="451579" y="792482"/>
                  </a:lnTo>
                  <a:lnTo>
                    <a:pt x="0" y="792482"/>
                  </a:lnTo>
                  <a:close/>
                </a:path>
              </a:pathLst>
            </a:custGeom>
            <a:solidFill>
              <a:srgbClr val="4D5A4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579" cy="840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851111">
            <a:off x="-262938" y="5749931"/>
            <a:ext cx="3785590" cy="5268407"/>
          </a:xfrm>
          <a:custGeom>
            <a:avLst/>
            <a:gdLst/>
            <a:ahLst/>
            <a:cxnLst/>
            <a:rect r="r" b="b" t="t" l="l"/>
            <a:pathLst>
              <a:path h="5268407" w="3785590">
                <a:moveTo>
                  <a:pt x="3785590" y="0"/>
                </a:moveTo>
                <a:lnTo>
                  <a:pt x="0" y="0"/>
                </a:lnTo>
                <a:lnTo>
                  <a:pt x="0" y="5268407"/>
                </a:lnTo>
                <a:lnTo>
                  <a:pt x="3785590" y="5268407"/>
                </a:lnTo>
                <a:lnTo>
                  <a:pt x="378559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670216">
            <a:off x="15065225" y="5943525"/>
            <a:ext cx="3785590" cy="5268407"/>
          </a:xfrm>
          <a:custGeom>
            <a:avLst/>
            <a:gdLst/>
            <a:ahLst/>
            <a:cxnLst/>
            <a:rect r="r" b="b" t="t" l="l"/>
            <a:pathLst>
              <a:path h="5268407" w="3785590">
                <a:moveTo>
                  <a:pt x="0" y="0"/>
                </a:moveTo>
                <a:lnTo>
                  <a:pt x="3785590" y="0"/>
                </a:lnTo>
                <a:lnTo>
                  <a:pt x="3785590" y="5268407"/>
                </a:lnTo>
                <a:lnTo>
                  <a:pt x="0" y="52684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657045" y="4659713"/>
            <a:ext cx="12554748" cy="2242728"/>
            <a:chOff x="0" y="0"/>
            <a:chExt cx="16739665" cy="299030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6739665" cy="2990304"/>
              <a:chOff x="0" y="0"/>
              <a:chExt cx="3306600" cy="59067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306600" cy="590677"/>
              </a:xfrm>
              <a:custGeom>
                <a:avLst/>
                <a:gdLst/>
                <a:ahLst/>
                <a:cxnLst/>
                <a:rect r="r" b="b" t="t" l="l"/>
                <a:pathLst>
                  <a:path h="590677" w="3306600">
                    <a:moveTo>
                      <a:pt x="0" y="0"/>
                    </a:moveTo>
                    <a:lnTo>
                      <a:pt x="3306600" y="0"/>
                    </a:lnTo>
                    <a:lnTo>
                      <a:pt x="3306600" y="590677"/>
                    </a:lnTo>
                    <a:lnTo>
                      <a:pt x="0" y="590677"/>
                    </a:lnTo>
                    <a:close/>
                  </a:path>
                </a:pathLst>
              </a:custGeom>
              <a:solidFill>
                <a:srgbClr val="C5A44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3306600" cy="6383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32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50778" y="135467"/>
              <a:ext cx="16443187" cy="2724340"/>
            </a:xfrm>
            <a:custGeom>
              <a:avLst/>
              <a:gdLst/>
              <a:ahLst/>
              <a:cxnLst/>
              <a:rect r="r" b="b" t="t" l="l"/>
              <a:pathLst>
                <a:path h="2724340" w="16443187">
                  <a:moveTo>
                    <a:pt x="0" y="0"/>
                  </a:moveTo>
                  <a:lnTo>
                    <a:pt x="16443187" y="0"/>
                  </a:lnTo>
                  <a:lnTo>
                    <a:pt x="16443187" y="2724340"/>
                  </a:lnTo>
                  <a:lnTo>
                    <a:pt x="0" y="2724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383" t="0" r="-17218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657045" y="7443665"/>
            <a:ext cx="12343874" cy="2268128"/>
            <a:chOff x="0" y="0"/>
            <a:chExt cx="16458498" cy="302417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6458498" cy="3024171"/>
              <a:chOff x="0" y="0"/>
              <a:chExt cx="3251061" cy="59736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251061" cy="597367"/>
              </a:xfrm>
              <a:custGeom>
                <a:avLst/>
                <a:gdLst/>
                <a:ahLst/>
                <a:cxnLst/>
                <a:rect r="r" b="b" t="t" l="l"/>
                <a:pathLst>
                  <a:path h="597367" w="3251061">
                    <a:moveTo>
                      <a:pt x="0" y="0"/>
                    </a:moveTo>
                    <a:lnTo>
                      <a:pt x="3251061" y="0"/>
                    </a:lnTo>
                    <a:lnTo>
                      <a:pt x="3251061" y="597367"/>
                    </a:lnTo>
                    <a:lnTo>
                      <a:pt x="0" y="597367"/>
                    </a:lnTo>
                    <a:close/>
                  </a:path>
                </a:pathLst>
              </a:custGeom>
              <a:solidFill>
                <a:srgbClr val="C5A44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3251061" cy="6449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32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150778" y="122057"/>
              <a:ext cx="16151306" cy="2780057"/>
            </a:xfrm>
            <a:custGeom>
              <a:avLst/>
              <a:gdLst/>
              <a:ahLst/>
              <a:cxnLst/>
              <a:rect r="r" b="b" t="t" l="l"/>
              <a:pathLst>
                <a:path h="2780057" w="16151306">
                  <a:moveTo>
                    <a:pt x="0" y="0"/>
                  </a:moveTo>
                  <a:lnTo>
                    <a:pt x="16151306" y="0"/>
                  </a:lnTo>
                  <a:lnTo>
                    <a:pt x="16151306" y="2780057"/>
                  </a:lnTo>
                  <a:lnTo>
                    <a:pt x="0" y="2780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90" t="0" r="-9561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3312928" y="449103"/>
            <a:ext cx="14975072" cy="280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Comandos de Manipulação de Dados (DML):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3342" y="1200457"/>
            <a:ext cx="1393031" cy="132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3"/>
              </a:lnSpc>
            </a:pPr>
            <a:r>
              <a:rPr lang="en-US" sz="7702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06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39281" y="3652958"/>
            <a:ext cx="457940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Inserção de dados: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2562" y="0"/>
            <a:ext cx="1714591" cy="3008957"/>
            <a:chOff x="0" y="0"/>
            <a:chExt cx="451579" cy="7924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579" cy="792482"/>
            </a:xfrm>
            <a:custGeom>
              <a:avLst/>
              <a:gdLst/>
              <a:ahLst/>
              <a:cxnLst/>
              <a:rect r="r" b="b" t="t" l="l"/>
              <a:pathLst>
                <a:path h="792482" w="451579">
                  <a:moveTo>
                    <a:pt x="0" y="0"/>
                  </a:moveTo>
                  <a:lnTo>
                    <a:pt x="451579" y="0"/>
                  </a:lnTo>
                  <a:lnTo>
                    <a:pt x="451579" y="792482"/>
                  </a:lnTo>
                  <a:lnTo>
                    <a:pt x="0" y="792482"/>
                  </a:lnTo>
                  <a:close/>
                </a:path>
              </a:pathLst>
            </a:custGeom>
            <a:solidFill>
              <a:srgbClr val="4D5A4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579" cy="840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175244">
            <a:off x="-225012" y="5410200"/>
            <a:ext cx="4208393" cy="5856822"/>
          </a:xfrm>
          <a:custGeom>
            <a:avLst/>
            <a:gdLst/>
            <a:ahLst/>
            <a:cxnLst/>
            <a:rect r="r" b="b" t="t" l="l"/>
            <a:pathLst>
              <a:path h="5856822" w="4208393">
                <a:moveTo>
                  <a:pt x="4208393" y="0"/>
                </a:moveTo>
                <a:lnTo>
                  <a:pt x="0" y="0"/>
                </a:lnTo>
                <a:lnTo>
                  <a:pt x="0" y="5856822"/>
                </a:lnTo>
                <a:lnTo>
                  <a:pt x="4208393" y="5856822"/>
                </a:lnTo>
                <a:lnTo>
                  <a:pt x="4208393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80870">
            <a:off x="14189805" y="4982216"/>
            <a:ext cx="4593453" cy="6392710"/>
          </a:xfrm>
          <a:custGeom>
            <a:avLst/>
            <a:gdLst/>
            <a:ahLst/>
            <a:cxnLst/>
            <a:rect r="r" b="b" t="t" l="l"/>
            <a:pathLst>
              <a:path h="6392710" w="4593453">
                <a:moveTo>
                  <a:pt x="0" y="0"/>
                </a:moveTo>
                <a:lnTo>
                  <a:pt x="4593452" y="0"/>
                </a:lnTo>
                <a:lnTo>
                  <a:pt x="4593452" y="6392710"/>
                </a:lnTo>
                <a:lnTo>
                  <a:pt x="0" y="639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742645" y="5531991"/>
            <a:ext cx="13443748" cy="2344328"/>
            <a:chOff x="0" y="0"/>
            <a:chExt cx="17924998" cy="312577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7924998" cy="3125771"/>
              <a:chOff x="0" y="0"/>
              <a:chExt cx="3540740" cy="61743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540740" cy="617436"/>
              </a:xfrm>
              <a:custGeom>
                <a:avLst/>
                <a:gdLst/>
                <a:ahLst/>
                <a:cxnLst/>
                <a:rect r="r" b="b" t="t" l="l"/>
                <a:pathLst>
                  <a:path h="617436" w="3540740">
                    <a:moveTo>
                      <a:pt x="0" y="0"/>
                    </a:moveTo>
                    <a:lnTo>
                      <a:pt x="3540740" y="0"/>
                    </a:lnTo>
                    <a:lnTo>
                      <a:pt x="3540740" y="617436"/>
                    </a:lnTo>
                    <a:lnTo>
                      <a:pt x="0" y="617436"/>
                    </a:lnTo>
                    <a:close/>
                  </a:path>
                </a:pathLst>
              </a:custGeom>
              <a:solidFill>
                <a:srgbClr val="C5A44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3540740" cy="6650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32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37870" y="130580"/>
              <a:ext cx="17653606" cy="2856282"/>
            </a:xfrm>
            <a:custGeom>
              <a:avLst/>
              <a:gdLst/>
              <a:ahLst/>
              <a:cxnLst/>
              <a:rect r="r" b="b" t="t" l="l"/>
              <a:pathLst>
                <a:path h="2856282" w="17653606">
                  <a:moveTo>
                    <a:pt x="0" y="0"/>
                  </a:moveTo>
                  <a:lnTo>
                    <a:pt x="17653605" y="0"/>
                  </a:lnTo>
                  <a:lnTo>
                    <a:pt x="17653605" y="2856283"/>
                  </a:lnTo>
                  <a:lnTo>
                    <a:pt x="0" y="2856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324" t="0" r="-19948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312928" y="449103"/>
            <a:ext cx="14975072" cy="280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Comandos de Manipulação de Dados (DML):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3342" y="1200457"/>
            <a:ext cx="1393031" cy="132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3"/>
              </a:lnSpc>
            </a:pPr>
            <a:r>
              <a:rPr lang="en-US" sz="7702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07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74818" y="4136939"/>
            <a:ext cx="457940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Inserção de dados: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2562" y="0"/>
            <a:ext cx="1714591" cy="3008957"/>
            <a:chOff x="0" y="0"/>
            <a:chExt cx="451579" cy="7924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579" cy="792482"/>
            </a:xfrm>
            <a:custGeom>
              <a:avLst/>
              <a:gdLst/>
              <a:ahLst/>
              <a:cxnLst/>
              <a:rect r="r" b="b" t="t" l="l"/>
              <a:pathLst>
                <a:path h="792482" w="451579">
                  <a:moveTo>
                    <a:pt x="0" y="0"/>
                  </a:moveTo>
                  <a:lnTo>
                    <a:pt x="451579" y="0"/>
                  </a:lnTo>
                  <a:lnTo>
                    <a:pt x="451579" y="792482"/>
                  </a:lnTo>
                  <a:lnTo>
                    <a:pt x="0" y="792482"/>
                  </a:lnTo>
                  <a:close/>
                </a:path>
              </a:pathLst>
            </a:custGeom>
            <a:solidFill>
              <a:srgbClr val="4D5A4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579" cy="840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342174">
            <a:off x="14182902" y="5041024"/>
            <a:ext cx="4519544" cy="6289851"/>
          </a:xfrm>
          <a:custGeom>
            <a:avLst/>
            <a:gdLst/>
            <a:ahLst/>
            <a:cxnLst/>
            <a:rect r="r" b="b" t="t" l="l"/>
            <a:pathLst>
              <a:path h="6289851" w="4519544">
                <a:moveTo>
                  <a:pt x="0" y="0"/>
                </a:moveTo>
                <a:lnTo>
                  <a:pt x="4519544" y="0"/>
                </a:lnTo>
                <a:lnTo>
                  <a:pt x="4519544" y="6289851"/>
                </a:lnTo>
                <a:lnTo>
                  <a:pt x="0" y="6289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812607" y="4961717"/>
            <a:ext cx="11089168" cy="1910033"/>
            <a:chOff x="0" y="0"/>
            <a:chExt cx="14785558" cy="254671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4785558" cy="2546710"/>
              <a:chOff x="0" y="0"/>
              <a:chExt cx="2920604" cy="50305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920604" cy="503054"/>
              </a:xfrm>
              <a:custGeom>
                <a:avLst/>
                <a:gdLst/>
                <a:ahLst/>
                <a:cxnLst/>
                <a:rect r="r" b="b" t="t" l="l"/>
                <a:pathLst>
                  <a:path h="503054" w="2920604">
                    <a:moveTo>
                      <a:pt x="0" y="0"/>
                    </a:moveTo>
                    <a:lnTo>
                      <a:pt x="2920604" y="0"/>
                    </a:lnTo>
                    <a:lnTo>
                      <a:pt x="2920604" y="503054"/>
                    </a:lnTo>
                    <a:lnTo>
                      <a:pt x="0" y="503054"/>
                    </a:lnTo>
                    <a:close/>
                  </a:path>
                </a:pathLst>
              </a:custGeom>
              <a:solidFill>
                <a:srgbClr val="C5A44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2920604" cy="5506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32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8651" y="110578"/>
              <a:ext cx="14564966" cy="2324765"/>
            </a:xfrm>
            <a:custGeom>
              <a:avLst/>
              <a:gdLst/>
              <a:ahLst/>
              <a:cxnLst/>
              <a:rect r="r" b="b" t="t" l="l"/>
              <a:pathLst>
                <a:path h="2324765" w="14564966">
                  <a:moveTo>
                    <a:pt x="0" y="0"/>
                  </a:moveTo>
                  <a:lnTo>
                    <a:pt x="14564966" y="0"/>
                  </a:lnTo>
                  <a:lnTo>
                    <a:pt x="14564966" y="2324766"/>
                  </a:lnTo>
                  <a:lnTo>
                    <a:pt x="0" y="2324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20" t="-22542" r="-363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250757" y="7344237"/>
            <a:ext cx="10212868" cy="2246671"/>
            <a:chOff x="0" y="0"/>
            <a:chExt cx="13617158" cy="29955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3617158" cy="2995561"/>
              <a:chOff x="0" y="0"/>
              <a:chExt cx="2689809" cy="59171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689809" cy="591716"/>
              </a:xfrm>
              <a:custGeom>
                <a:avLst/>
                <a:gdLst/>
                <a:ahLst/>
                <a:cxnLst/>
                <a:rect r="r" b="b" t="t" l="l"/>
                <a:pathLst>
                  <a:path h="591716" w="2689809">
                    <a:moveTo>
                      <a:pt x="0" y="0"/>
                    </a:moveTo>
                    <a:lnTo>
                      <a:pt x="2689809" y="0"/>
                    </a:lnTo>
                    <a:lnTo>
                      <a:pt x="2689809" y="591716"/>
                    </a:lnTo>
                    <a:lnTo>
                      <a:pt x="0" y="591716"/>
                    </a:lnTo>
                    <a:close/>
                  </a:path>
                </a:pathLst>
              </a:custGeom>
              <a:solidFill>
                <a:srgbClr val="C5A44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2689809" cy="639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32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14300" y="118651"/>
              <a:ext cx="13382503" cy="2775573"/>
            </a:xfrm>
            <a:custGeom>
              <a:avLst/>
              <a:gdLst/>
              <a:ahLst/>
              <a:cxnLst/>
              <a:rect r="r" b="b" t="t" l="l"/>
              <a:pathLst>
                <a:path h="2775573" w="13382503">
                  <a:moveTo>
                    <a:pt x="0" y="0"/>
                  </a:moveTo>
                  <a:lnTo>
                    <a:pt x="13382503" y="0"/>
                  </a:lnTo>
                  <a:lnTo>
                    <a:pt x="13382503" y="2775573"/>
                  </a:lnTo>
                  <a:lnTo>
                    <a:pt x="0" y="2775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9522" r="-15515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3312928" y="449103"/>
            <a:ext cx="14975072" cy="280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Comandos de Manipulação de Dados (DML):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58421" y="3727231"/>
            <a:ext cx="599754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Visualização das tabelas: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5265" y="5568436"/>
            <a:ext cx="3622215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80"/>
              </a:lnSpc>
              <a:spcBef>
                <a:spcPct val="0"/>
              </a:spcBef>
            </a:pPr>
            <a:r>
              <a:rPr lang="en-US" b="true" sz="3700" spc="-74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Tabela Cliente: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3342" y="1200457"/>
            <a:ext cx="1393031" cy="132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3"/>
              </a:lnSpc>
            </a:pPr>
            <a:r>
              <a:rPr lang="en-US" sz="7702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08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5265" y="8119275"/>
            <a:ext cx="2684386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79"/>
              </a:lnSpc>
              <a:spcBef>
                <a:spcPct val="0"/>
              </a:spcBef>
            </a:pPr>
            <a:r>
              <a:rPr lang="en-US" b="true" sz="3699" spc="-73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Tabela Menu: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2562" y="0"/>
            <a:ext cx="1714591" cy="3008957"/>
            <a:chOff x="0" y="0"/>
            <a:chExt cx="451579" cy="7924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579" cy="792482"/>
            </a:xfrm>
            <a:custGeom>
              <a:avLst/>
              <a:gdLst/>
              <a:ahLst/>
              <a:cxnLst/>
              <a:rect r="r" b="b" t="t" l="l"/>
              <a:pathLst>
                <a:path h="792482" w="451579">
                  <a:moveTo>
                    <a:pt x="0" y="0"/>
                  </a:moveTo>
                  <a:lnTo>
                    <a:pt x="451579" y="0"/>
                  </a:lnTo>
                  <a:lnTo>
                    <a:pt x="451579" y="792482"/>
                  </a:lnTo>
                  <a:lnTo>
                    <a:pt x="0" y="792482"/>
                  </a:lnTo>
                  <a:close/>
                </a:path>
              </a:pathLst>
            </a:custGeom>
            <a:solidFill>
              <a:srgbClr val="4D5A4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579" cy="840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03218" y="6588630"/>
            <a:ext cx="11419368" cy="1859321"/>
            <a:chOff x="0" y="0"/>
            <a:chExt cx="3007570" cy="4896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07570" cy="489698"/>
            </a:xfrm>
            <a:custGeom>
              <a:avLst/>
              <a:gdLst/>
              <a:ahLst/>
              <a:cxnLst/>
              <a:rect r="r" b="b" t="t" l="l"/>
              <a:pathLst>
                <a:path h="489698" w="3007570">
                  <a:moveTo>
                    <a:pt x="0" y="0"/>
                  </a:moveTo>
                  <a:lnTo>
                    <a:pt x="3007570" y="0"/>
                  </a:lnTo>
                  <a:lnTo>
                    <a:pt x="3007570" y="489698"/>
                  </a:lnTo>
                  <a:lnTo>
                    <a:pt x="0" y="489698"/>
                  </a:lnTo>
                  <a:close/>
                </a:path>
              </a:pathLst>
            </a:custGeom>
            <a:solidFill>
              <a:srgbClr val="C5A44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007570" cy="537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900744" y="6680616"/>
            <a:ext cx="11211617" cy="1681700"/>
          </a:xfrm>
          <a:custGeom>
            <a:avLst/>
            <a:gdLst/>
            <a:ahLst/>
            <a:cxnLst/>
            <a:rect r="r" b="b" t="t" l="l"/>
            <a:pathLst>
              <a:path h="1681700" w="11211617">
                <a:moveTo>
                  <a:pt x="0" y="0"/>
                </a:moveTo>
                <a:lnTo>
                  <a:pt x="11211616" y="0"/>
                </a:lnTo>
                <a:lnTo>
                  <a:pt x="11211616" y="1681700"/>
                </a:lnTo>
                <a:lnTo>
                  <a:pt x="0" y="1681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" t="-22987" r="-24135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12928" y="449103"/>
            <a:ext cx="14975072" cy="280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Comandos de Manipulação de Dados (DML):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39875" y="3937287"/>
            <a:ext cx="680825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Visualização das tabelas: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3342" y="1200457"/>
            <a:ext cx="1393031" cy="132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3"/>
              </a:lnSpc>
            </a:pPr>
            <a:r>
              <a:rPr lang="en-US" sz="7702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09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02160" y="5394612"/>
            <a:ext cx="3216943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79"/>
              </a:lnSpc>
              <a:spcBef>
                <a:spcPct val="0"/>
              </a:spcBef>
            </a:pPr>
            <a:r>
              <a:rPr lang="en-US" b="true" sz="3699" spc="-73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Tabela Reserva:</a:t>
            </a:r>
          </a:p>
        </p:txBody>
      </p:sp>
      <p:sp>
        <p:nvSpPr>
          <p:cNvPr name="Freeform 13" id="13"/>
          <p:cNvSpPr/>
          <p:nvPr/>
        </p:nvSpPr>
        <p:spPr>
          <a:xfrm flipH="true" flipV="false" rot="329676">
            <a:off x="-194330" y="5334516"/>
            <a:ext cx="4474289" cy="6226870"/>
          </a:xfrm>
          <a:custGeom>
            <a:avLst/>
            <a:gdLst/>
            <a:ahLst/>
            <a:cxnLst/>
            <a:rect r="r" b="b" t="t" l="l"/>
            <a:pathLst>
              <a:path h="6226870" w="4474289">
                <a:moveTo>
                  <a:pt x="4474290" y="0"/>
                </a:moveTo>
                <a:lnTo>
                  <a:pt x="0" y="0"/>
                </a:lnTo>
                <a:lnTo>
                  <a:pt x="0" y="6226870"/>
                </a:lnTo>
                <a:lnTo>
                  <a:pt x="4474290" y="6226870"/>
                </a:lnTo>
                <a:lnTo>
                  <a:pt x="447429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435929">
            <a:off x="14260166" y="5138268"/>
            <a:ext cx="4633249" cy="6448095"/>
          </a:xfrm>
          <a:custGeom>
            <a:avLst/>
            <a:gdLst/>
            <a:ahLst/>
            <a:cxnLst/>
            <a:rect r="r" b="b" t="t" l="l"/>
            <a:pathLst>
              <a:path h="6448095" w="4633249">
                <a:moveTo>
                  <a:pt x="0" y="0"/>
                </a:moveTo>
                <a:lnTo>
                  <a:pt x="4633250" y="0"/>
                </a:lnTo>
                <a:lnTo>
                  <a:pt x="4633250" y="6448095"/>
                </a:lnTo>
                <a:lnTo>
                  <a:pt x="0" y="64480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997078" y="1060322"/>
            <a:ext cx="8322164" cy="8258920"/>
          </a:xfrm>
          <a:custGeom>
            <a:avLst/>
            <a:gdLst/>
            <a:ahLst/>
            <a:cxnLst/>
            <a:rect r="r" b="b" t="t" l="l"/>
            <a:pathLst>
              <a:path h="8258920" w="8322164">
                <a:moveTo>
                  <a:pt x="0" y="0"/>
                </a:moveTo>
                <a:lnTo>
                  <a:pt x="8322164" y="0"/>
                </a:lnTo>
                <a:lnTo>
                  <a:pt x="8322164" y="8258920"/>
                </a:lnTo>
                <a:lnTo>
                  <a:pt x="0" y="8258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732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9112378" y="1203942"/>
            <a:ext cx="8322164" cy="7971680"/>
          </a:xfrm>
          <a:custGeom>
            <a:avLst/>
            <a:gdLst/>
            <a:ahLst/>
            <a:cxnLst/>
            <a:rect r="r" b="b" t="t" l="l"/>
            <a:pathLst>
              <a:path h="7971680" w="8322164">
                <a:moveTo>
                  <a:pt x="0" y="0"/>
                </a:moveTo>
                <a:lnTo>
                  <a:pt x="8322164" y="0"/>
                </a:lnTo>
                <a:lnTo>
                  <a:pt x="8322164" y="7971680"/>
                </a:lnTo>
                <a:lnTo>
                  <a:pt x="0" y="7971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227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63983" y="4934122"/>
            <a:ext cx="4303986" cy="5989860"/>
          </a:xfrm>
          <a:custGeom>
            <a:avLst/>
            <a:gdLst/>
            <a:ahLst/>
            <a:cxnLst/>
            <a:rect r="r" b="b" t="t" l="l"/>
            <a:pathLst>
              <a:path h="5989860" w="4303986">
                <a:moveTo>
                  <a:pt x="4303987" y="0"/>
                </a:moveTo>
                <a:lnTo>
                  <a:pt x="0" y="0"/>
                </a:lnTo>
                <a:lnTo>
                  <a:pt x="0" y="5989860"/>
                </a:lnTo>
                <a:lnTo>
                  <a:pt x="4303987" y="5989860"/>
                </a:lnTo>
                <a:lnTo>
                  <a:pt x="4303987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638325" y="3372022"/>
            <a:ext cx="11019327" cy="4072347"/>
            <a:chOff x="0" y="0"/>
            <a:chExt cx="2902210" cy="10725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2210" cy="1072552"/>
            </a:xfrm>
            <a:custGeom>
              <a:avLst/>
              <a:gdLst/>
              <a:ahLst/>
              <a:cxnLst/>
              <a:rect r="r" b="b" t="t" l="l"/>
              <a:pathLst>
                <a:path h="1072552" w="2902210">
                  <a:moveTo>
                    <a:pt x="0" y="0"/>
                  </a:moveTo>
                  <a:lnTo>
                    <a:pt x="2902210" y="0"/>
                  </a:lnTo>
                  <a:lnTo>
                    <a:pt x="2902210" y="1072552"/>
                  </a:lnTo>
                  <a:lnTo>
                    <a:pt x="0" y="1072552"/>
                  </a:lnTo>
                  <a:close/>
                </a:path>
              </a:pathLst>
            </a:custGeom>
            <a:solidFill>
              <a:srgbClr val="C5A44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902210" cy="1120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14525" y="3448222"/>
            <a:ext cx="7573475" cy="3921852"/>
            <a:chOff x="0" y="0"/>
            <a:chExt cx="1173329" cy="607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3329" cy="607598"/>
            </a:xfrm>
            <a:custGeom>
              <a:avLst/>
              <a:gdLst/>
              <a:ahLst/>
              <a:cxnLst/>
              <a:rect r="r" b="b" t="t" l="l"/>
              <a:pathLst>
                <a:path h="607598" w="1173329">
                  <a:moveTo>
                    <a:pt x="0" y="0"/>
                  </a:moveTo>
                  <a:lnTo>
                    <a:pt x="1173329" y="0"/>
                  </a:lnTo>
                  <a:lnTo>
                    <a:pt x="1173329" y="607598"/>
                  </a:lnTo>
                  <a:lnTo>
                    <a:pt x="0" y="607598"/>
                  </a:lnTo>
                  <a:close/>
                </a:path>
              </a:pathLst>
            </a:custGeom>
            <a:blipFill>
              <a:blip r:embed="rId4"/>
              <a:stretch>
                <a:fillRect l="-1784" t="0" r="-1784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049070" y="1727373"/>
            <a:ext cx="10722856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0"/>
              </a:lnSpc>
              <a:spcBef>
                <a:spcPct val="0"/>
              </a:spcBef>
            </a:pPr>
            <a:r>
              <a:rPr lang="en-US" b="true" sz="8000" spc="-160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Obrigada pela atenção!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06320" y="3681584"/>
            <a:ext cx="6808251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40"/>
              </a:lnSpc>
              <a:spcBef>
                <a:spcPct val="0"/>
              </a:spcBef>
            </a:pPr>
            <a:r>
              <a:rPr lang="en-US" sz="5600" spc="-112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Apresentado por: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06320" y="5069106"/>
            <a:ext cx="680825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sz="3600" i="true" spc="-72">
                <a:solidFill>
                  <a:srgbClr val="4D5A46"/>
                </a:solidFill>
                <a:latin typeface="Kulachat Serif Italics"/>
                <a:ea typeface="Kulachat Serif Italics"/>
                <a:cs typeface="Kulachat Serif Italics"/>
                <a:sym typeface="Kulachat Serif Italics"/>
              </a:rPr>
              <a:t>Emylly Grazyely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06320" y="5950849"/>
            <a:ext cx="680825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sz="3600" i="true" spc="-72">
                <a:solidFill>
                  <a:srgbClr val="4D5A46"/>
                </a:solidFill>
                <a:latin typeface="Kulachat Serif Italics"/>
                <a:ea typeface="Kulachat Serif Italics"/>
                <a:cs typeface="Kulachat Serif Italics"/>
                <a:sym typeface="Kulachat Serif Italics"/>
              </a:rPr>
              <a:t>Lara César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06320" y="6830959"/>
            <a:ext cx="680825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sz="3600" i="true" spc="-72">
                <a:solidFill>
                  <a:srgbClr val="4D5A46"/>
                </a:solidFill>
                <a:latin typeface="Kulachat Serif Italics"/>
                <a:ea typeface="Kulachat Serif Italics"/>
                <a:cs typeface="Kulachat Serif Italics"/>
                <a:sym typeface="Kulachat Serif Italics"/>
              </a:rPr>
              <a:t>Maria Eduarda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DAGkciugk2Y</dc:identifier>
  <dcterms:modified xsi:type="dcterms:W3CDTF">2011-08-01T06:04:30Z</dcterms:modified>
  <cp:revision>1</cp:revision>
  <dc:title>Reserva de Buffet</dc:title>
</cp:coreProperties>
</file>